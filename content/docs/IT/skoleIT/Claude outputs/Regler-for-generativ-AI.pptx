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Reglerne gælder for al brug af generativ AI, fx ChatGPT, Copilot og Grammarly.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46304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8288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Regler for brug af generativ AI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2918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undervisningen – og til prøverne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Egaa Gymnasium · Opdateret 17.08.2026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giver sandsynlige svar – ikke sande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120640" cy="4480560"/>
          </a:xfrm>
          <a:prstGeom prst="roundRect">
            <a:avLst>
              <a:gd name="adj" fmla="val 3061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19456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"sandsynligt"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089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≠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404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"sandt"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828800"/>
            <a:ext cx="5394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AI-programmer kan give forkert information.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er et supplement til din egen forståelse og research – ikke en erstatning.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Tjek oplysningerne: spørg din lærer, eller brug andre kilder.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 må du gerne bruge AI til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920240"/>
            <a:ext cx="685800" cy="6858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075688"/>
            <a:ext cx="374904" cy="3749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7432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 materiale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Brug AI til at finde kilder og materiale. Husk: mange gode kilder findes kun via biblioteket og skolens abonnementer.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334256" y="164592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08576" y="1920240"/>
            <a:ext cx="685800" cy="6858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2075688"/>
            <a:ext cx="374904" cy="37490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08576" y="27432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Forstå fagligt stof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608576" y="338328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Få forklaret emner, begreber, svære sammenhænge og konkrete formuleringer.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8119872" y="164592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94192" y="1920240"/>
            <a:ext cx="685800" cy="6858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075688"/>
            <a:ext cx="374904" cy="37490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94192" y="27432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Sparring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394192" y="338328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Brug AI som en ven, du kan spørge – fx om struktur og opbygning. Men vennen må ikke lave arbejdet for dig.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 må du IKKE bruge AI til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440680" cy="4206240"/>
          </a:xfrm>
          <a:prstGeom prst="roundRect">
            <a:avLst>
              <a:gd name="adj" fmla="val 2609"/>
            </a:avLst>
          </a:prstGeom>
          <a:solidFill>
            <a:srgbClr val="FDF1EF"/>
          </a:solidFill>
          <a:ln w="12700">
            <a:solidFill>
              <a:srgbClr val="FDF1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920240"/>
            <a:ext cx="685800" cy="6858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075688"/>
            <a:ext cx="374904" cy="3749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74320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Skrive din opgave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4892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skal altid selv formulere og skrive. Tekst formuleret af AI (fx Grammarly, Copilot eller ChatGPT) svarer til, at en anden har skrevet din opgave. Det er ikke dit eget arbejde – det er snyd.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199632" y="1645920"/>
            <a:ext cx="5440680" cy="4206240"/>
          </a:xfrm>
          <a:prstGeom prst="roundRect">
            <a:avLst>
              <a:gd name="adj" fmla="val 2609"/>
            </a:avLst>
          </a:prstGeom>
          <a:solidFill>
            <a:srgbClr val="FDF1EF"/>
          </a:solidFill>
          <a:ln w="12700">
            <a:solidFill>
              <a:srgbClr val="FDF1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73952" y="1920240"/>
            <a:ext cx="685800" cy="6858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075688"/>
            <a:ext cx="374904" cy="37490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73952" y="274320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Være din kilde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6473952" y="3383280"/>
            <a:ext cx="4892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giver ikke det samme svar hver gang, så den kan ikke kildetjekkes. Kopiér aldrig svar direkte ind i dine besvarelser – det er dit ansvar at forstå, bearbejde og skrive.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Særligt til eksamen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24385F"/>
          </a:solidFill>
          <a:ln w="12700">
            <a:solidFill>
              <a:srgbClr val="24385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78308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Tilladt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Stavekontrol i Word. Har du SPS-støtte, må du bruge de særlige programmer i din IT-rygsæk – spørg din læsevejleder.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24385F"/>
          </a:solidFill>
          <a:ln w="12700">
            <a:solidFill>
              <a:srgbClr val="24385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114800"/>
            <a:ext cx="548640" cy="5486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406908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 forbudt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Grammarly og al anden generativ AI. Øv dig derfor i at skrive uden AI i undervisningen.</a:t>
            </a:r>
            <a:endParaRPr lang="en-US" sz="2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645920"/>
            <a:ext cx="2194560" cy="21945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400800" y="39319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Næsten hvert år</a:t>
            </a:r>
            <a:endParaRPr lang="en-US" sz="3600" dirty="0"/>
          </a:p>
        </p:txBody>
      </p:sp>
      <p:sp>
        <p:nvSpPr>
          <p:cNvPr id="11" name="Text 6"/>
          <p:cNvSpPr txBox="1"/>
          <p:nvPr/>
        </p:nvSpPr>
        <p:spPr>
          <a:xfrm>
            <a:off x="6400800" y="46634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der elever, der ikke får deres studentereksamen på grund af snyd med sprogmodeller eller plagiat. Vi opdager det jævnligt.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 på dine egne data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868680" cy="8686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892808"/>
            <a:ext cx="466344" cy="4663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828800" y="16002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personlige oplysninger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828800" y="20574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 aldrig dine egne eller andres navne, adresser eller andre følsomme oplysninger til fx ChatGPT. Der er ingen fortrolighed – det, du skriver, bliver deres viden.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3291840"/>
            <a:ext cx="868680" cy="8686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493008"/>
            <a:ext cx="466344" cy="4663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828800" y="32004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Brug ikke din almindelige mail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1828800" y="36576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Opret evt. en separat bruger til gratisprogrammer, så du har bedre styr på dine oplysninger.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640080" y="4892040"/>
            <a:ext cx="868680" cy="8686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5093208"/>
            <a:ext cx="466344" cy="4663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828800" y="48006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ikke din browserhistorik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1828800" y="52578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 ikke AI-programmer adgang til din browserhistorik og lignende.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Kort sagt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rgbClr val="24385F"/>
          </a:solidFill>
          <a:ln w="12700">
            <a:solidFill>
              <a:srgbClr val="24385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103120"/>
            <a:ext cx="960120" cy="960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33832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Brug AI til at forstå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3434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ikke til at skrive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383280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rgbClr val="24385F"/>
          </a:solidFill>
          <a:ln w="12700">
            <a:solidFill>
              <a:srgbClr val="24385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103120"/>
            <a:ext cx="960120" cy="9601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566160" y="33832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Tjek altid svarene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3566160" y="43434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kan tage fejl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217920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rgbClr val="24385F"/>
          </a:solidFill>
          <a:ln w="12700">
            <a:solidFill>
              <a:srgbClr val="24385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103120"/>
            <a:ext cx="960120" cy="9601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400800" y="33832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AI til eksamen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6400800" y="43434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 stavekontrol i Word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9052560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rgbClr val="24385F"/>
          </a:solidFill>
          <a:ln w="12700">
            <a:solidFill>
              <a:srgbClr val="24385F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2103120"/>
            <a:ext cx="960120" cy="9601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235440" y="33832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Beskyt dine data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9235440" y="43434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personlige oplysninger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Regler for generativ AI</dc:title>
  <dc:subject>PptxGenJS Presentation</dc:subject>
  <dc:creator>PptxGenJS</dc:creator>
  <cp:lastModifiedBy>PptxGenJS</cp:lastModifiedBy>
  <cp:revision>1</cp:revision>
  <dcterms:created xsi:type="dcterms:W3CDTF">2026-09-24T07:58:45Z</dcterms:created>
  <dcterms:modified xsi:type="dcterms:W3CDTF">2026-09-24T07:58:45Z</dcterms:modified>
</cp:coreProperties>
</file>